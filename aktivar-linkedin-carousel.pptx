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6858000" cy="6858000"/>
  <p:notesSz cx="6858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8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72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HTML converted to image: aktivar-linkedin-carousel-v7 (1).html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HTML converted to image: aktivar-linkedin-carousel-v7 (1).html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HTML converted to image: aktivar-linkedin-carousel-v7 (1).html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HTML converted to image: aktivar-linkedin-carousel-v7 (1).html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HTML converted to image: aktivar-linkedin-carousel-v7 (1).html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2933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1340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3037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821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1252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160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35533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124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8752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531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4554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1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4764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ktivar_build/render_all/aktivar-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ktivar_build/render_all/aktivar-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ktivar_build/render_all/aktivar-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aktivar_build/render_all/aktivar-slide-1.png">
            <a:extLst>
              <a:ext uri="{FF2B5EF4-FFF2-40B4-BE49-F238E27FC236}">
                <a16:creationId xmlns:a16="http://schemas.microsoft.com/office/drawing/2014/main" id="{3CF9EFB5-152E-4BE9-90BD-CDAC046B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7380C17-4876-4588-8A14-AF3B930D9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279"/>
            <a:ext cx="6858000" cy="304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3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ktivar_build/render_all/aktivar-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ktivar_build/render_all/aktivar-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85</Words>
  <Application>Microsoft Office PowerPoint</Application>
  <PresentationFormat>Personalizado</PresentationFormat>
  <Paragraphs>10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Aktivar LinkedIn carousel</dc:title>
  <dc:subject>Aktivar LinkedIn carousel</dc:subject>
  <dc:creator>OpenAI</dc:creator>
  <cp:lastModifiedBy>Silvano Puccini</cp:lastModifiedBy>
  <cp:revision>3</cp:revision>
  <dcterms:created xsi:type="dcterms:W3CDTF">2026-04-03T21:44:59Z</dcterms:created>
  <dcterms:modified xsi:type="dcterms:W3CDTF">2026-04-03T22:31:10Z</dcterms:modified>
</cp:coreProperties>
</file>